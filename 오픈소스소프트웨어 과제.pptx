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0080625" cy="567055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04D9912-5409-4FEE-5D7D-8D5A9BD8913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Noto Sans KR" pitchFamily="18"/>
              <a:ea typeface="Noto Sans KR" pitchFamily="2"/>
              <a:cs typeface="Lucida Sans" pitchFamily="2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AAEFE7-3736-AF5E-27ED-F9A562610717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Noto Sans KR" pitchFamily="18"/>
              <a:ea typeface="Noto Sans KR" pitchFamily="2"/>
              <a:cs typeface="Lucida Sans" pitchFamily="2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D5A420-F90C-AF42-8927-0C314B84636E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Noto Sans KR" pitchFamily="18"/>
              <a:ea typeface="Noto Sans KR" pitchFamily="2"/>
              <a:cs typeface="Lucida Sans" pitchFamily="2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D16152-4004-C8EE-807F-285A2272B810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E4B6541A-1FCB-4776-A351-3604E6CE740C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Noto Sans KR" pitchFamily="18"/>
              <a:ea typeface="Noto Sans KR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876604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4F2529-2B83-6035-9A8D-6FC962F27A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A147D6-E9E5-5445-2E40-A186B381345A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 altLang="ko-KR"/>
          </a:p>
        </p:txBody>
      </p:sp>
      <p:sp>
        <p:nvSpPr>
          <p:cNvPr id="4" name="머리글 개체 틀 3">
            <a:extLst>
              <a:ext uri="{FF2B5EF4-FFF2-40B4-BE49-F238E27FC236}">
                <a16:creationId xmlns:a16="http://schemas.microsoft.com/office/drawing/2014/main" id="{AA00E348-E873-86AF-51C0-0D48628FE3D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Noto Serif KR" pitchFamily="18"/>
                <a:ea typeface="Noto Serif KR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30F692-964F-A545-CCE5-6F1D31A38F24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Noto Serif KR" pitchFamily="18"/>
                <a:ea typeface="Noto Serif KR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82CEB0-9E2E-BA7E-AAE9-0CD50C389D99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Noto Serif KR" pitchFamily="18"/>
                <a:ea typeface="Noto Serif KR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2D1991-9E35-E7F4-F86C-60468CAA61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Noto Serif KR" pitchFamily="18"/>
                <a:ea typeface="Noto Serif KR" pitchFamily="2"/>
                <a:cs typeface="Tahoma" pitchFamily="2"/>
              </a:defRPr>
            </a:lvl1pPr>
          </a:lstStyle>
          <a:p>
            <a:pPr lvl="0"/>
            <a:fld id="{B03E2F55-F9BC-45EF-9630-517001315B9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7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altLang="ko-KR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Noto Sans KR" pitchFamily="18"/>
        <a:ea typeface="Noto Sans KR" pitchFamily="2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16A516-E515-033F-BEEC-BA8592AF9C0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067F0AB-4B94-4585-8964-3B27B3F75FA9}" type="slidenum">
              <a:t>1</a:t>
            </a:fld>
            <a:endParaRPr lang="en-US"/>
          </a:p>
        </p:txBody>
      </p:sp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95EED5-3AD4-B011-C53A-67C1D074EDA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BF2346-11BB-48B0-064B-A134AF89B5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9FB4C1-8ADA-5A41-F287-F2AC64D222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6493E14-8DAA-4E21-86C4-281544059652}" type="slidenum">
              <a:t>2</a:t>
            </a:fld>
            <a:endParaRPr lang="en-US"/>
          </a:p>
        </p:txBody>
      </p:sp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BB987F-0E94-58DE-562B-511EAAC1BA7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9EBF2E-11D5-A429-7237-845565262E2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3AC1B9-47FC-238E-EAC8-3B6314FD33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4818DB7-9923-42FA-9347-35C364AEB39D}" type="slidenum">
              <a:t>3</a:t>
            </a:fld>
            <a:endParaRPr lang="en-US"/>
          </a:p>
        </p:txBody>
      </p:sp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92BF06-6CA8-60AD-D6C4-26136839BE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2DD0B1-55B8-FC16-6954-F4FD6243C18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1F4D24-2F47-3673-64F2-6EA846AB356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00A1FAF-CE4C-4FB8-A45E-57EF1DB9AD2F}" type="slidenum">
              <a:t>4</a:t>
            </a:fld>
            <a:endParaRPr lang="en-US"/>
          </a:p>
        </p:txBody>
      </p:sp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CB5DB3-15FF-E3B7-E308-8413E69C366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EA3EB2-E8C4-5C89-25AB-9930426309A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20AC77-17D6-F6E3-165C-928C4ED9864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ED364FA-C2AC-4B5F-AE2E-CD169DBCACDC}" type="slidenum">
              <a:t>5</a:t>
            </a:fld>
            <a:endParaRPr lang="en-US"/>
          </a:p>
        </p:txBody>
      </p:sp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69E46B-1AF1-BEA6-F113-99E7C8EAD04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EF5FDF-475E-E4F9-3BF1-A692EC6314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181C89-4554-5068-B35B-114A934E0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594908-4448-ECDE-AD1A-61F30EFA1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758819-23A4-C9FF-C34A-0EA15BA2D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BA4BD7-03EA-8149-005D-7CD4117C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716A49-7CA6-0425-DCB9-D07A8378B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F524BF-25C9-4692-8D3D-672E916880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2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275E6-DBF0-E6C2-4621-594780B88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0052C-4BEA-D1CA-17DC-061E6D012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163A68-B0B3-F124-AAA1-FFA91A183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56EEBB-7E73-5456-E2D7-0354E180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8751B8-D15C-6FDA-A5D8-286614AE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49D9D80-18D9-4590-A672-A3D9DE6A65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4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599C3-CB8A-FDC0-CF3B-29246672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3268D1-ACDD-617B-F21D-4F9699C31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64BFF1-12BD-6642-40AE-16817413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429CC1-9CC0-83E7-0319-28DF419FE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2D85D9-39EA-6E76-B03E-A716D19EF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95E4E8A-99B3-403F-88F8-4EA3FC2BE4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78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629F7-289F-ADE2-2F29-678DAE261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E332BB-4BE4-7008-3963-616F7F5AB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89F05D-BE05-E38E-F3EB-E037A94F8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9A8712-0445-D16D-9820-843C42233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9E52B4-A219-7328-4623-B2A027002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AF7E4B-5F28-5970-9EC6-C2466EEC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62E9AF3-62F6-45B7-981D-9F25B267810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5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BEA6C-D920-445E-4849-D5A4BE7C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1F33DF-1495-9EF7-385C-ECF2B8D08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6085A1-5FB5-92B6-0F3A-DCFEEA471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0D9CEB-BCB1-4609-5F9E-413D97234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967D93-2AA4-0061-95CC-12072A559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E63C6C-6DD6-A472-823F-1DE7011F8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91ACA7-96E5-59BB-5CAB-CAB7D671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3B12BE-E585-BEDF-9E65-0C1C25AB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D56788-CC31-4C73-91CA-11C506DF418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06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FBB19-3DCF-36F4-A9DB-590421D0F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9F48F0-AC76-ACAD-809D-17C0FD765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3B1A7B-2776-EAE2-2796-FD84CD0B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0684E7-62C0-7CAD-5E27-3A248A9E5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E1CAC85-9C92-4C28-BE31-E17E449525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73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229FEB-17BB-7989-76DC-83759208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C85327-FFE4-ACC4-1EBA-7E2EFD68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3F3E63-7793-4533-CB07-12EEA178C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6F27BE-A604-48ED-BACC-C94F9674F3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312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95931-86FD-63A7-F0DE-CA0E7EF29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31D78A-584D-7B46-D07D-E7E95230E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89E824-E111-53EF-C91F-7CB012780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39505C-05F5-5D80-462A-BB6B5245C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055E2D-D4CC-1E43-A4D8-7DA27AED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82057E-8B62-5CD3-DA15-6B932DE3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92E4B5D-27E9-48D2-993F-154D41A5D7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2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12170-9485-E54A-4B3F-419A4A56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5AFC8C-7D38-BA16-54A3-6203F9421C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F75FD4-E893-D101-CFDF-215B49DD0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0C68E3-DEAE-B0B0-8978-3C61A804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11FC12-0DC3-844A-43FB-97BFE2C92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C5C82F-A83B-5A03-AA16-C363342F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4F54B70-81D7-4C5C-BC4C-EE9DF3E971C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1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5C59F-865E-C940-4413-F4386953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531DF4-45D9-C418-3F8F-7B4C43EDC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D6D249-9BB1-3F55-7F8F-A4C884363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669E13-483C-F533-7C8F-F29EB792B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39E7CF-0F1D-242C-78DD-5F5FDACCE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85C4FCA-12A8-4EBC-B79B-4D708FA3580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22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374D60-0278-F9C4-A55F-6C4EB992D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FC6FCB-FD53-CB41-4A00-24364BD25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03159-EDCC-2613-D48B-ED83160B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604FE8-2F7B-F157-847E-661B6808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BA4788-2F3D-E49A-8118-9CD5C30B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B9A480A-E353-434A-934E-4B811222CB7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6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705E61-9D0E-CB83-67C7-6A12382EBA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 altLang="ko-KR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EE8FA9-CFFE-9299-4A4E-7A61FE25C7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altLang="ko-KR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C29022-06C0-5724-C42B-670D3F8B574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Noto Serif KR" pitchFamily="18"/>
                <a:ea typeface="Noto Serif KR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7F8D7D-3601-5481-2942-E11E375D293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Noto Serif KR" pitchFamily="18"/>
                <a:ea typeface="Noto Serif KR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7549D-8365-EE56-EC31-0936DFD833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Noto Serif KR" pitchFamily="18"/>
                <a:ea typeface="Noto Serif KR" pitchFamily="2"/>
                <a:cs typeface="Tahoma" pitchFamily="2"/>
              </a:defRPr>
            </a:lvl1pPr>
          </a:lstStyle>
          <a:p>
            <a:pPr lvl="0"/>
            <a:fld id="{C2D318A5-2B2D-4E54-B2A1-C34F52B4E47B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n-US" altLang="ko-KR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 KR" pitchFamily="18"/>
          <a:ea typeface="Noto Sans KR" pitchFamily="2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altLang="ko-KR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 KR" pitchFamily="18"/>
          <a:ea typeface="Noto Sans KR" pitchFamily="2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F4406-29F0-1D05-B946-2921D15A17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202317017 성우진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90E893-6F91-7C7C-6EEE-59E28A8614E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vert="horz" anchor="ctr"/>
          <a:lstStyle/>
          <a:p>
            <a:pPr lvl="0" algn="ctr"/>
            <a:r>
              <a:rPr lang="ko-KR" altLang="en-US"/>
              <a:t>오픈 소스 소프트웨어 과제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4EF70-C5B7-9080-A2C6-D7E7A7F5F32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endParaRPr lang="en-US" altLang="ko-KR"/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AA6E15D6-D419-4063-2967-838B28A7FDA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1F8B3-B12D-7DF7-B77F-52E6C5A53C6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endParaRPr lang="en-US" altLang="ko-KR"/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ABA95E41-16F7-ADE7-DE86-8C75473E7B9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299CE-F83E-98D4-EABC-54DCDF4F67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endParaRPr lang="en-US" altLang="ko-KR"/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717DA0B1-0FD6-0351-AC47-9410DA8D39B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5155A7-02CB-9A72-E799-0E03748D6D2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endParaRPr lang="en-US" altLang="ko-KR"/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B287B402-3195-1D4E-5E70-9EC31F56F8A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값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Office PowerPoint</Application>
  <PresentationFormat>와이드스크린</PresentationFormat>
  <Paragraphs>7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Noto Sans KR</vt:lpstr>
      <vt:lpstr>Noto Serif KR</vt:lpstr>
      <vt:lpstr>맑은 고딕</vt:lpstr>
      <vt:lpstr>Arial</vt:lpstr>
      <vt:lpstr>기본값</vt:lpstr>
      <vt:lpstr>202317017 성우진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성우진</cp:lastModifiedBy>
  <cp:revision>1</cp:revision>
  <dcterms:created xsi:type="dcterms:W3CDTF">2026-06-06T11:20:06Z</dcterms:created>
  <dcterms:modified xsi:type="dcterms:W3CDTF">2026-06-06T02:22:58Z</dcterms:modified>
</cp:coreProperties>
</file>